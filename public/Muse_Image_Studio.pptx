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8875" y="3571875"/>
            <a:ext cx="4286250" cy="2143125"/>
          </a:xfrm>
          <a:prstGeom prst="rect">
            <a:avLst/>
          </a:prstGeom>
          <a:solidFill>
            <a:srgbClr val="06B6D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2625" y="1605223"/>
            <a:ext cx="2498750" cy="182166"/>
          </a:xfrm>
          <a:prstGeom prst="roundRect">
            <a:avLst>
              <a:gd name="adj" fmla="val 522875"/>
            </a:avLst>
          </a:prstGeom>
          <a:solidFill>
            <a:srgbClr val="A855F7">
              <a:alpha val="15000"/>
            </a:srgbClr>
          </a:solidFill>
          <a:ln w="7144">
            <a:solidFill>
              <a:srgbClr val="A85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19053" y="1601651"/>
            <a:ext cx="2505894" cy="264345"/>
          </a:xfrm>
          <a:prstGeom prst="rect">
            <a:avLst/>
          </a:prstGeom>
          <a:noFill/>
          <a:ln/>
        </p:spPr>
        <p:txBody>
          <a:bodyPr wrap="square" lIns="85725" tIns="28575" rIns="85725" bIns="28575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A85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HACKATHON PROJECT • TECHNICAL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1933835"/>
            <a:ext cx="8595360" cy="469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spc="-94" kern="0" dirty="0">
                <a:solidFill>
                  <a:srgbClr val="F0F0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Muse Image Studio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274320" y="2430996"/>
            <a:ext cx="8595360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1575" spc="-16" kern="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System Architecture Deep Dive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2893707" y="3002496"/>
            <a:ext cx="929385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 Generation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815196" y="300071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A855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901604" y="3043572"/>
            <a:ext cx="28575" cy="28575"/>
          </a:xfrm>
          <a:prstGeom prst="ellipse">
            <a:avLst/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58207" y="3002496"/>
            <a:ext cx="1148721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Backblaze B2 Storage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01629" y="300071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363505" y="3043572"/>
            <a:ext cx="28575" cy="28575"/>
          </a:xfrm>
          <a:prstGeom prst="ellipse">
            <a:avLst/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60752" y="3002496"/>
            <a:ext cx="742280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genblaze SDK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63530" y="300071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A855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2815196" y="3413261"/>
            <a:ext cx="351360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Image Generation, B2 Cloud Storage, genblaze SDK &amp; S3 Work Together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88691"/>
            <a:ext cx="794921" cy="212027"/>
          </a:xfrm>
          <a:prstGeom prst="roundRect">
            <a:avLst>
              <a:gd name="adj" fmla="val 449235"/>
            </a:avLst>
          </a:prstGeom>
          <a:solidFill>
            <a:srgbClr val="A855F7">
              <a:alpha val="15000"/>
            </a:srgbClr>
          </a:solidFill>
          <a:ln w="7144">
            <a:solidFill>
              <a:srgbClr val="A85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74920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A85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03659"/>
            <a:ext cx="8636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36" kern="0" dirty="0">
                <a:solidFill>
                  <a:srgbClr val="F0F0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Complete Technology Stack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275159"/>
            <a:ext cx="2666963" cy="1403524"/>
          </a:xfrm>
          <a:prstGeom prst="roundRect">
            <a:avLst>
              <a:gd name="adj" fmla="val 8144"/>
            </a:avLst>
          </a:prstGeom>
          <a:solidFill>
            <a:srgbClr val="121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278731"/>
            <a:ext cx="2666963" cy="0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20591" y="1275159"/>
            <a:ext cx="0" cy="1403524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75111"/>
            <a:ext cx="2666963" cy="0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7916" y="1275159"/>
            <a:ext cx="0" cy="1403524"/>
          </a:xfrm>
          <a:prstGeom prst="line">
            <a:avLst/>
          </a:prstGeom>
          <a:noFill/>
          <a:ln w="21431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081" y="145375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A855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1" name="Text 9"/>
          <p:cNvSpPr/>
          <p:nvPr/>
        </p:nvSpPr>
        <p:spPr>
          <a:xfrm>
            <a:off x="892969" y="1459111"/>
            <a:ext cx="205260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0F0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Frontend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650081" y="1710928"/>
            <a:ext cx="2295488" cy="789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Next.js 16 (App Router)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React 19 + TypeScript 5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Tailwind CSS 4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shadcn/ui Components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Zustand State Management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38463" y="1275159"/>
            <a:ext cx="2666963" cy="1403524"/>
          </a:xfrm>
          <a:prstGeom prst="roundRect">
            <a:avLst>
              <a:gd name="adj" fmla="val 8144"/>
            </a:avLst>
          </a:prstGeom>
          <a:solidFill>
            <a:srgbClr val="121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38463" y="1278731"/>
            <a:ext cx="2666963" cy="0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01854" y="1275159"/>
            <a:ext cx="0" cy="1403524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38463" y="2675111"/>
            <a:ext cx="2666963" cy="0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9178" y="1275159"/>
            <a:ext cx="0" cy="1403524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31344" y="145375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688" dirty="0"/>
          </a:p>
        </p:txBody>
      </p:sp>
      <p:sp>
        <p:nvSpPr>
          <p:cNvPr id="19" name="Text 17"/>
          <p:cNvSpPr/>
          <p:nvPr/>
        </p:nvSpPr>
        <p:spPr>
          <a:xfrm>
            <a:off x="3674232" y="1459111"/>
            <a:ext cx="205260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0F0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Chat Engine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3431344" y="1710928"/>
            <a:ext cx="2295488" cy="789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z-ai-web-dev-sdk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 Chat Completions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Conversation Context (20 msgs)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System Prompt Engineering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 Session Titling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19726" y="1275159"/>
            <a:ext cx="2667074" cy="1403524"/>
          </a:xfrm>
          <a:prstGeom prst="roundRect">
            <a:avLst>
              <a:gd name="adj" fmla="val 8144"/>
            </a:avLst>
          </a:prstGeom>
          <a:solidFill>
            <a:srgbClr val="121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19726" y="1278731"/>
            <a:ext cx="2667074" cy="0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3228" y="1275159"/>
            <a:ext cx="0" cy="1403524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19726" y="2675111"/>
            <a:ext cx="2667074" cy="0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0441" y="1275159"/>
            <a:ext cx="0" cy="1403524"/>
          </a:xfrm>
          <a:prstGeom prst="line">
            <a:avLst/>
          </a:prstGeom>
          <a:noFill/>
          <a:ln w="21431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2607" y="145375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2C55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688" dirty="0"/>
          </a:p>
        </p:txBody>
      </p:sp>
      <p:sp>
        <p:nvSpPr>
          <p:cNvPr id="27" name="Text 25"/>
          <p:cNvSpPr/>
          <p:nvPr/>
        </p:nvSpPr>
        <p:spPr>
          <a:xfrm>
            <a:off x="6455494" y="1459111"/>
            <a:ext cx="2052712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0F0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 Generation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6212607" y="1710928"/>
            <a:ext cx="2295599" cy="789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Pollinations.ai (Primary)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Google Gemini API (Fallback)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genblaze SDK + Replicate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Flux Models Available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Exponential Backoff Retry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2792983"/>
            <a:ext cx="2666963" cy="1403524"/>
          </a:xfrm>
          <a:prstGeom prst="roundRect">
            <a:avLst>
              <a:gd name="adj" fmla="val 8144"/>
            </a:avLst>
          </a:prstGeom>
          <a:solidFill>
            <a:srgbClr val="121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57200" y="2796555"/>
            <a:ext cx="2666963" cy="0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20591" y="2792983"/>
            <a:ext cx="0" cy="1403524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192935"/>
            <a:ext cx="2666963" cy="0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7916" y="2792983"/>
            <a:ext cx="0" cy="1403524"/>
          </a:xfrm>
          <a:prstGeom prst="line">
            <a:avLst/>
          </a:prstGeom>
          <a:noFill/>
          <a:ln w="21431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0081" y="297157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1688" dirty="0"/>
          </a:p>
        </p:txBody>
      </p:sp>
      <p:sp>
        <p:nvSpPr>
          <p:cNvPr id="35" name="Text 33"/>
          <p:cNvSpPr/>
          <p:nvPr/>
        </p:nvSpPr>
        <p:spPr>
          <a:xfrm>
            <a:off x="892969" y="2976935"/>
            <a:ext cx="205260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0F0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 Storage</a:t>
            </a:r>
            <a:endParaRPr lang="en-US" sz="844" dirty="0"/>
          </a:p>
        </p:txBody>
      </p:sp>
      <p:sp>
        <p:nvSpPr>
          <p:cNvPr id="36" name="Text 34"/>
          <p:cNvSpPr/>
          <p:nvPr/>
        </p:nvSpPr>
        <p:spPr>
          <a:xfrm>
            <a:off x="650081" y="3228752"/>
            <a:ext cx="2295488" cy="789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Backblaze B2 Native API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b2_authorize_account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b2_get_upload_url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Auth Token Cache (23h)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Images + Metadata + Text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38463" y="2792983"/>
            <a:ext cx="2666963" cy="1403524"/>
          </a:xfrm>
          <a:prstGeom prst="roundRect">
            <a:avLst>
              <a:gd name="adj" fmla="val 8144"/>
            </a:avLst>
          </a:prstGeom>
          <a:solidFill>
            <a:srgbClr val="121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238463" y="2796555"/>
            <a:ext cx="2666963" cy="0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01854" y="2792983"/>
            <a:ext cx="0" cy="1403524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38463" y="4192935"/>
            <a:ext cx="2666963" cy="0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49178" y="2792983"/>
            <a:ext cx="0" cy="1403524"/>
          </a:xfrm>
          <a:prstGeom prst="line">
            <a:avLst/>
          </a:prstGeom>
          <a:noFill/>
          <a:ln w="21431">
            <a:solidFill>
              <a:srgbClr val="EC48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31344" y="297157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EC48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43" name="Text 41"/>
          <p:cNvSpPr/>
          <p:nvPr/>
        </p:nvSpPr>
        <p:spPr>
          <a:xfrm>
            <a:off x="3674232" y="2976935"/>
            <a:ext cx="205260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0F0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Database</a:t>
            </a:r>
            <a:endParaRPr lang="en-US" sz="844" dirty="0"/>
          </a:p>
        </p:txBody>
      </p:sp>
      <p:sp>
        <p:nvSpPr>
          <p:cNvPr id="44" name="Text 42"/>
          <p:cNvSpPr/>
          <p:nvPr/>
        </p:nvSpPr>
        <p:spPr>
          <a:xfrm>
            <a:off x="3431344" y="3228752"/>
            <a:ext cx="2295488" cy="789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Prisma ORM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SQLite (Local)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Tables: Sessions,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Messages, MediaAssets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SHA-256 Integrity Hash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19726" y="2792983"/>
            <a:ext cx="2667074" cy="1403524"/>
          </a:xfrm>
          <a:prstGeom prst="roundRect">
            <a:avLst>
              <a:gd name="adj" fmla="val 8144"/>
            </a:avLst>
          </a:prstGeom>
          <a:solidFill>
            <a:srgbClr val="121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6019726" y="2796555"/>
            <a:ext cx="2667074" cy="0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83228" y="2792983"/>
            <a:ext cx="0" cy="1403524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19726" y="4192935"/>
            <a:ext cx="2667074" cy="0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30441" y="2792983"/>
            <a:ext cx="0" cy="1403524"/>
          </a:xfrm>
          <a:prstGeom prst="line">
            <a:avLst/>
          </a:prstGeom>
          <a:noFill/>
          <a:ln w="21431">
            <a:solidFill>
              <a:srgbClr val="8B5C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2607" y="297157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51" name="Text 49"/>
          <p:cNvSpPr/>
          <p:nvPr/>
        </p:nvSpPr>
        <p:spPr>
          <a:xfrm>
            <a:off x="6455494" y="2976935"/>
            <a:ext cx="2052712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0F0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State &amp; Data</a:t>
            </a:r>
            <a:endParaRPr lang="en-US" sz="844" dirty="0"/>
          </a:p>
        </p:txBody>
      </p:sp>
      <p:sp>
        <p:nvSpPr>
          <p:cNvPr id="52" name="Text 50"/>
          <p:cNvSpPr/>
          <p:nvPr/>
        </p:nvSpPr>
        <p:spPr>
          <a:xfrm>
            <a:off x="6212607" y="3228752"/>
            <a:ext cx="2295599" cy="789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Zustand (Client State)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TanStack Query (Server State)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Framer Motion Animations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Base64 Instant Display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B2 Proxy Serve Endpoint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88691"/>
            <a:ext cx="926857" cy="212027"/>
          </a:xfrm>
          <a:prstGeom prst="roundRect">
            <a:avLst>
              <a:gd name="adj" fmla="val 449235"/>
            </a:avLst>
          </a:prstGeom>
          <a:solidFill>
            <a:srgbClr val="A855F7">
              <a:alpha val="15000"/>
            </a:srgbClr>
          </a:solidFill>
          <a:ln w="7144">
            <a:solidFill>
              <a:srgbClr val="A85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88113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A85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75084"/>
            <a:ext cx="8636000" cy="336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1"/>
              </a:lnSpc>
              <a:buNone/>
            </a:pPr>
            <a:r>
              <a:rPr lang="en-US" sz="1688" b="1" spc="-34" kern="0" dirty="0">
                <a:solidFill>
                  <a:srgbClr val="F0F0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High-Level System Architecture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457200" y="103941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Complete request lifecycle — from user click to image display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928277" y="1351655"/>
            <a:ext cx="1045845" cy="318497"/>
          </a:xfrm>
          <a:prstGeom prst="roundRect">
            <a:avLst>
              <a:gd name="adj" fmla="val 29906"/>
            </a:avLst>
          </a:prstGeom>
          <a:solidFill>
            <a:srgbClr val="A855F7">
              <a:alpha val="12000"/>
            </a:srgbClr>
          </a:solidFill>
          <a:ln w="7144">
            <a:solidFill>
              <a:srgbClr val="A85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951137" y="1364456"/>
            <a:ext cx="1000125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A855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A85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User Browser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965549" y="1350169"/>
            <a:ext cx="38547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044689" y="1457325"/>
            <a:ext cx="142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3258130" y="1351655"/>
            <a:ext cx="1069732" cy="318497"/>
          </a:xfrm>
          <a:prstGeom prst="roundRect">
            <a:avLst>
              <a:gd name="adj" fmla="val 29906"/>
            </a:avLst>
          </a:prstGeom>
          <a:solidFill>
            <a:srgbClr val="A855F7">
              <a:alpha val="12000"/>
            </a:srgbClr>
          </a:solidFill>
          <a:ln w="7144">
            <a:solidFill>
              <a:srgbClr val="A85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80990" y="1364456"/>
            <a:ext cx="1024012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A855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▢</a:t>
            </a:r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A85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React Frontend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19290" y="1350169"/>
            <a:ext cx="27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33912" y="1457325"/>
            <a:ext cx="142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509269" y="1368028"/>
            <a:ext cx="1278731" cy="285750"/>
          </a:xfrm>
          <a:prstGeom prst="roundRect">
            <a:avLst>
              <a:gd name="adj" fmla="val 33333"/>
            </a:avLst>
          </a:prstGeom>
          <a:solidFill>
            <a:srgbClr val="06B6D4">
              <a:alpha val="12000"/>
            </a:srgbClr>
          </a:solidFill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30948" y="147875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984" dirty="0"/>
          </a:p>
        </p:txBody>
      </p:sp>
      <p:sp>
        <p:nvSpPr>
          <p:cNvPr id="16" name="Text 14"/>
          <p:cNvSpPr/>
          <p:nvPr/>
        </p:nvSpPr>
        <p:spPr>
          <a:xfrm>
            <a:off x="5046524" y="1202865"/>
            <a:ext cx="817915" cy="216027"/>
          </a:xfrm>
          <a:prstGeom prst="roundRect">
            <a:avLst>
              <a:gd name="adj" fmla="val 26455"/>
            </a:avLst>
          </a:prstGeom>
          <a:solidFill>
            <a:srgbClr val="000000">
              <a:alpha val="30000"/>
            </a:srgbClr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83646" y="1214438"/>
            <a:ext cx="77219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/api/generate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05860" y="1350169"/>
            <a:ext cx="38547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84999" y="1457325"/>
            <a:ext cx="142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098441" y="1351655"/>
            <a:ext cx="1117283" cy="318497"/>
          </a:xfrm>
          <a:prstGeom prst="roundRect">
            <a:avLst>
              <a:gd name="adj" fmla="val 29906"/>
            </a:avLst>
          </a:prstGeom>
          <a:solidFill>
            <a:srgbClr val="22C55E">
              <a:alpha val="12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21301" y="1364456"/>
            <a:ext cx="107156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2C55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AI Providers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13781" y="1744561"/>
            <a:ext cx="912569" cy="243488"/>
          </a:xfrm>
          <a:prstGeom prst="roundRect">
            <a:avLst>
              <a:gd name="adj" fmla="val 23471"/>
            </a:avLst>
          </a:prstGeom>
          <a:solidFill>
            <a:srgbClr val="000000">
              <a:alpha val="30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36641" y="1757363"/>
            <a:ext cx="86684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Pollinations.ai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60641" y="1807369"/>
            <a:ext cx="5477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fallback →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62288" y="1744561"/>
            <a:ext cx="676044" cy="243488"/>
          </a:xfrm>
          <a:prstGeom prst="roundRect">
            <a:avLst>
              <a:gd name="adj" fmla="val 23471"/>
            </a:avLst>
          </a:prstGeom>
          <a:solidFill>
            <a:srgbClr val="000000">
              <a:alpha val="30000"/>
            </a:srgbClr>
          </a:solidFill>
          <a:ln w="7144">
            <a:solidFill>
              <a:srgbClr val="F59E0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85148" y="1757363"/>
            <a:ext cx="63032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API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72622" y="1807369"/>
            <a:ext cx="5477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fallback →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74270" y="1744561"/>
            <a:ext cx="770699" cy="243488"/>
          </a:xfrm>
          <a:prstGeom prst="roundRect">
            <a:avLst>
              <a:gd name="adj" fmla="val 23471"/>
            </a:avLst>
          </a:prstGeom>
          <a:solidFill>
            <a:srgbClr val="000000">
              <a:alpha val="30000"/>
            </a:srgbClr>
          </a:solidFill>
          <a:ln w="7144">
            <a:solidFill>
              <a:srgbClr val="6B728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397130" y="1757363"/>
            <a:ext cx="72497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genblaze SDK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70461" y="2075259"/>
            <a:ext cx="4816339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↓ Image Buffer (bytes)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2199829" y="2393156"/>
            <a:ext cx="1927250" cy="285750"/>
          </a:xfrm>
          <a:prstGeom prst="roundRect">
            <a:avLst>
              <a:gd name="adj" fmla="val 33333"/>
            </a:avLst>
          </a:prstGeom>
          <a:solidFill>
            <a:srgbClr val="F59E0B">
              <a:alpha val="12000"/>
            </a:srgbClr>
          </a:solidFill>
          <a:ln w="7144">
            <a:solidFill>
              <a:srgbClr val="F59E0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196257" y="2389584"/>
            <a:ext cx="1934394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Backblaze B2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173397" y="2712911"/>
            <a:ext cx="934112" cy="232029"/>
          </a:xfrm>
          <a:prstGeom prst="roundRect">
            <a:avLst>
              <a:gd name="adj" fmla="val 24631"/>
            </a:avLst>
          </a:prstGeom>
          <a:solidFill>
            <a:srgbClr val="000000">
              <a:alpha val="30000"/>
            </a:srgbClr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196257" y="2725341"/>
            <a:ext cx="88839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images/{uuid}.jpg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090364" y="2712911"/>
            <a:ext cx="1063146" cy="232029"/>
          </a:xfrm>
          <a:prstGeom prst="roundRect">
            <a:avLst>
              <a:gd name="adj" fmla="val 24631"/>
            </a:avLst>
          </a:prstGeom>
          <a:solidFill>
            <a:srgbClr val="000000">
              <a:alpha val="30000"/>
            </a:srgbClr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113224" y="2725341"/>
            <a:ext cx="101742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metadata/{uuid}.json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230663" y="2607469"/>
            <a:ext cx="440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94793" y="2501798"/>
            <a:ext cx="1084131" cy="318497"/>
          </a:xfrm>
          <a:prstGeom prst="roundRect">
            <a:avLst>
              <a:gd name="adj" fmla="val 29906"/>
            </a:avLst>
          </a:prstGeom>
          <a:solidFill>
            <a:srgbClr val="EC4899">
              <a:alpha val="12000"/>
            </a:srgbClr>
          </a:solidFill>
          <a:ln w="7144">
            <a:solidFill>
              <a:srgbClr val="EC489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617653" y="2514600"/>
            <a:ext cx="1038411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C48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C48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SQLite (Prisma)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70352" y="2500313"/>
            <a:ext cx="33032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base64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727948" y="2607469"/>
            <a:ext cx="142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5919847" y="2501798"/>
            <a:ext cx="1050756" cy="318497"/>
          </a:xfrm>
          <a:prstGeom prst="roundRect">
            <a:avLst>
              <a:gd name="adj" fmla="val 29906"/>
            </a:avLst>
          </a:prstGeom>
          <a:solidFill>
            <a:srgbClr val="A855F7">
              <a:alpha val="12000"/>
            </a:srgbClr>
          </a:solidFill>
          <a:ln w="7144">
            <a:solidFill>
              <a:srgbClr val="A85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942707" y="2514600"/>
            <a:ext cx="1005036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A855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A85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Instant Display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" y="3078956"/>
            <a:ext cx="8229600" cy="0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37210" y="3168253"/>
            <a:ext cx="61325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Frontend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08933" y="3168253"/>
            <a:ext cx="65698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Layer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211241" y="3168253"/>
            <a:ext cx="67795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Providers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96483" y="3168253"/>
            <a:ext cx="77088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 Storage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656064" y="3168253"/>
            <a:ext cx="303073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Database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88691"/>
            <a:ext cx="1129561" cy="212027"/>
          </a:xfrm>
          <a:prstGeom prst="roundRect">
            <a:avLst>
              <a:gd name="adj" fmla="val 449235"/>
            </a:avLst>
          </a:prstGeom>
          <a:solidFill>
            <a:srgbClr val="A855F7">
              <a:alpha val="15000"/>
            </a:srgbClr>
          </a:solidFill>
          <a:ln w="7144">
            <a:solidFill>
              <a:srgbClr val="A85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108384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A85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 GENERATION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75084"/>
            <a:ext cx="8636000" cy="322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1"/>
              </a:lnSpc>
              <a:buNone/>
            </a:pPr>
            <a:r>
              <a:rPr lang="en-US" sz="1688" b="1" spc="-34" kern="0" dirty="0">
                <a:solidFill>
                  <a:srgbClr val="F0F0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 Generation — Fallback Chain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457200" y="10251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3-tier provider chain ensures images always generate. Each tier has retry logic.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07306"/>
            <a:ext cx="8229600" cy="11379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0772" y="1310878"/>
            <a:ext cx="8222456" cy="1130833"/>
          </a:xfrm>
          <a:prstGeom prst="roundRect">
            <a:avLst>
              <a:gd name="adj" fmla="val 10108"/>
            </a:avLst>
          </a:prstGeom>
          <a:noFill/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660801" y="1390317"/>
            <a:ext cx="955990" cy="184023"/>
          </a:xfrm>
          <a:prstGeom prst="roundRect">
            <a:avLst>
              <a:gd name="adj" fmla="val 517598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626511" y="1400175"/>
            <a:ext cx="91027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28" kern="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PRIMARY — ACTIVE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07219" y="147518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2C55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11" name="Text 8"/>
          <p:cNvSpPr/>
          <p:nvPr/>
        </p:nvSpPr>
        <p:spPr>
          <a:xfrm>
            <a:off x="835819" y="1457325"/>
            <a:ext cx="77009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22C55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1: Pollinations.ai</a:t>
            </a:r>
            <a:endParaRPr lang="en-US" sz="1013" dirty="0"/>
          </a:p>
        </p:txBody>
      </p:sp>
      <p:sp>
        <p:nvSpPr>
          <p:cNvPr id="12" name="Text 9"/>
          <p:cNvSpPr/>
          <p:nvPr/>
        </p:nvSpPr>
        <p:spPr>
          <a:xfrm>
            <a:off x="607219" y="1721644"/>
            <a:ext cx="7929563" cy="1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Free API, no API key required. Returns raw image bytes via HTTPS GET request. URL pattern: 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image.pollinations.ai/prompt/{prompt}?width=1024&amp;height=1024&amp;model={model}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09478" y="1946935"/>
            <a:ext cx="324764" cy="168021"/>
          </a:xfrm>
          <a:prstGeom prst="roundRect">
            <a:avLst>
              <a:gd name="adj" fmla="val 22676"/>
            </a:avLst>
          </a:prstGeom>
          <a:solidFill>
            <a:srgbClr val="000000">
              <a:alpha val="30000"/>
            </a:srgbClr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21506" y="1955936"/>
            <a:ext cx="30070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flux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956503" y="1946935"/>
            <a:ext cx="690443" cy="168021"/>
          </a:xfrm>
          <a:prstGeom prst="roundRect">
            <a:avLst>
              <a:gd name="adj" fmla="val 22676"/>
            </a:avLst>
          </a:prstGeom>
          <a:solidFill>
            <a:srgbClr val="000000">
              <a:alpha val="30000"/>
            </a:srgbClr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979363" y="1955936"/>
            <a:ext cx="64472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flux-realism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658886" y="1946935"/>
            <a:ext cx="603477" cy="168021"/>
          </a:xfrm>
          <a:prstGeom prst="roundRect">
            <a:avLst>
              <a:gd name="adj" fmla="val 22676"/>
            </a:avLst>
          </a:prstGeom>
          <a:solidFill>
            <a:srgbClr val="000000">
              <a:alpha val="30000"/>
            </a:srgbClr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681237" y="1955936"/>
            <a:ext cx="5587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flux-anime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279972" y="1946935"/>
            <a:ext cx="464121" cy="168021"/>
          </a:xfrm>
          <a:prstGeom prst="roundRect">
            <a:avLst>
              <a:gd name="adj" fmla="val 22676"/>
            </a:avLst>
          </a:prstGeom>
          <a:solidFill>
            <a:srgbClr val="000000">
              <a:alpha val="30000"/>
            </a:srgbClr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297162" y="1955936"/>
            <a:ext cx="4297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flux-3d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770306" y="1946935"/>
            <a:ext cx="371176" cy="168021"/>
          </a:xfrm>
          <a:prstGeom prst="roundRect">
            <a:avLst>
              <a:gd name="adj" fmla="val 22676"/>
            </a:avLst>
          </a:prstGeom>
          <a:solidFill>
            <a:srgbClr val="000000">
              <a:alpha val="30000"/>
            </a:srgbClr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784053" y="1955936"/>
            <a:ext cx="3436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turbo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07219" y="2177393"/>
            <a:ext cx="792956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retry: 3 attempts × 6 models = up to 18 tries • exponential backoff (3s, 6s, 12s)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57200" y="2445283"/>
            <a:ext cx="8229600" cy="222599"/>
          </a:xfrm>
          <a:prstGeom prst="rect">
            <a:avLst/>
          </a:prstGeom>
          <a:noFill/>
          <a:ln/>
        </p:spPr>
        <p:txBody>
          <a:bodyPr wrap="none" lIns="0" tIns="28575" rIns="0" bIns="28575" rtlCol="0" anchor="ctr">
            <a:normAutofit/>
          </a:bodyPr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↓ if all models fail ↓</a:t>
            </a:r>
            <a:endParaRPr lang="en-US" sz="1013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95315"/>
            <a:ext cx="8229600" cy="96295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60772" y="2698886"/>
            <a:ext cx="8222456" cy="955811"/>
          </a:xfrm>
          <a:prstGeom prst="roundRect">
            <a:avLst>
              <a:gd name="adj" fmla="val 11958"/>
            </a:avLst>
          </a:prstGeom>
          <a:noFill/>
          <a:ln w="7144">
            <a:solidFill>
              <a:srgbClr val="F59E0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8000384" y="2778325"/>
            <a:ext cx="616376" cy="184023"/>
          </a:xfrm>
          <a:prstGeom prst="roundRect">
            <a:avLst>
              <a:gd name="adj" fmla="val 517598"/>
            </a:avLst>
          </a:prstGeom>
          <a:solidFill>
            <a:srgbClr val="F59E0B">
              <a:alpha val="15000"/>
            </a:srgbClr>
          </a:solidFill>
          <a:ln w="7144">
            <a:solidFill>
              <a:srgbClr val="F59E0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7966063" y="2788183"/>
            <a:ext cx="5707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28" kern="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FALLBACK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607219" y="286319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30" name="Text 26"/>
          <p:cNvSpPr/>
          <p:nvPr/>
        </p:nvSpPr>
        <p:spPr>
          <a:xfrm>
            <a:off x="835819" y="2845333"/>
            <a:ext cx="77009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2: Google Gemini API</a:t>
            </a:r>
            <a:endParaRPr lang="en-US" sz="1013" dirty="0"/>
          </a:p>
        </p:txBody>
      </p:sp>
      <p:sp>
        <p:nvSpPr>
          <p:cNvPr id="31" name="Text 27"/>
          <p:cNvSpPr/>
          <p:nvPr/>
        </p:nvSpPr>
        <p:spPr>
          <a:xfrm>
            <a:off x="607219" y="3109652"/>
            <a:ext cx="7929563" cy="1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Google's multimodal model with image generation. Needs GEMINI_API_KEY. Returns inline base64 image in JSON response.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625078" y="3347517"/>
            <a:ext cx="1884834" cy="142875"/>
          </a:xfrm>
          <a:prstGeom prst="roundRect">
            <a:avLst>
              <a:gd name="adj" fmla="val 26667"/>
            </a:avLst>
          </a:prstGeom>
          <a:solidFill>
            <a:srgbClr val="000000">
              <a:alpha val="30000"/>
            </a:srgbClr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621506" y="3343945"/>
            <a:ext cx="1934840" cy="164306"/>
          </a:xfrm>
          <a:prstGeom prst="rect">
            <a:avLst/>
          </a:prstGeom>
          <a:noFill/>
          <a:ln/>
        </p:spPr>
        <p:txBody>
          <a:bodyPr wrap="square" lIns="57150" tIns="14288" rIns="57150" bIns="14288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gemini-2.0-flash-preview-image-generation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2547774" y="3334944"/>
            <a:ext cx="1034571" cy="168021"/>
          </a:xfrm>
          <a:prstGeom prst="roundRect">
            <a:avLst>
              <a:gd name="adj" fmla="val 22676"/>
            </a:avLst>
          </a:prstGeom>
          <a:solidFill>
            <a:srgbClr val="000000">
              <a:alpha val="30000"/>
            </a:srgbClr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2570634" y="3343945"/>
            <a:ext cx="98885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gemini-2.0-flash-exp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3593775" y="3334944"/>
            <a:ext cx="776503" cy="168021"/>
          </a:xfrm>
          <a:prstGeom prst="roundRect">
            <a:avLst>
              <a:gd name="adj" fmla="val 22676"/>
            </a:avLst>
          </a:prstGeom>
          <a:solidFill>
            <a:srgbClr val="000000">
              <a:alpha val="30000"/>
            </a:srgbClr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3616635" y="3343945"/>
            <a:ext cx="73078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gemini-1.5-pro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457200" y="3658270"/>
            <a:ext cx="8229600" cy="222599"/>
          </a:xfrm>
          <a:prstGeom prst="rect">
            <a:avLst/>
          </a:prstGeom>
          <a:noFill/>
          <a:ln/>
        </p:spPr>
        <p:txBody>
          <a:bodyPr wrap="none" lIns="0" tIns="28575" rIns="0" bIns="28575" rtlCol="0" anchor="ctr">
            <a:normAutofit/>
          </a:bodyPr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↓ if API key missing or fails ↓</a:t>
            </a:r>
            <a:endParaRPr lang="en-US" sz="1013" dirty="0"/>
          </a:p>
        </p:txBody>
      </p:sp>
      <p:sp>
        <p:nvSpPr>
          <p:cNvPr id="39" name="Text 35"/>
          <p:cNvSpPr/>
          <p:nvPr/>
        </p:nvSpPr>
        <p:spPr>
          <a:xfrm>
            <a:off x="460772" y="3911873"/>
            <a:ext cx="8222456" cy="705780"/>
          </a:xfrm>
          <a:prstGeom prst="roundRect">
            <a:avLst>
              <a:gd name="adj" fmla="val 16195"/>
            </a:avLst>
          </a:prstGeom>
          <a:solidFill>
            <a:srgbClr val="12121A">
              <a:alpha val="70000"/>
            </a:srgbClr>
          </a:solidFill>
          <a:ln w="7144">
            <a:solidFill>
              <a:srgbClr val="6B728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7722081" y="3991311"/>
            <a:ext cx="894710" cy="184023"/>
          </a:xfrm>
          <a:prstGeom prst="roundRect">
            <a:avLst>
              <a:gd name="adj" fmla="val 517598"/>
            </a:avLst>
          </a:prstGeom>
          <a:solidFill>
            <a:srgbClr val="6B7280">
              <a:alpha val="15000"/>
            </a:srgbClr>
          </a:solidFill>
          <a:ln w="7144">
            <a:solidFill>
              <a:srgbClr val="6B728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7687791" y="4001170"/>
            <a:ext cx="84899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28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REQUIRES TOKEN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607219" y="407617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547" dirty="0"/>
          </a:p>
        </p:txBody>
      </p:sp>
      <p:sp>
        <p:nvSpPr>
          <p:cNvPr id="43" name="Text 39"/>
          <p:cNvSpPr/>
          <p:nvPr/>
        </p:nvSpPr>
        <p:spPr>
          <a:xfrm>
            <a:off x="835819" y="4058320"/>
            <a:ext cx="77009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3: genblaze SDK + Replicate</a:t>
            </a:r>
            <a:endParaRPr lang="en-US" sz="1013" dirty="0"/>
          </a:p>
        </p:txBody>
      </p:sp>
      <p:sp>
        <p:nvSpPr>
          <p:cNvPr id="44" name="Text 40"/>
          <p:cNvSpPr/>
          <p:nvPr/>
        </p:nvSpPr>
        <p:spPr>
          <a:xfrm>
            <a:off x="607219" y="4322638"/>
            <a:ext cx="7929563" cy="14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Uses genblaze Pipeline + ReplicateProvider. Requires REPLICATE_API_TOKEN. Currently skipped because token is empty. Supports: flux-schnell, flux-1.1-pro, stable-diffusion-3.5-large-turbo.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88691"/>
            <a:ext cx="1001643" cy="212027"/>
          </a:xfrm>
          <a:prstGeom prst="roundRect">
            <a:avLst>
              <a:gd name="adj" fmla="val 449235"/>
            </a:avLst>
          </a:prstGeom>
          <a:solidFill>
            <a:srgbClr val="A855F7">
              <a:alpha val="15000"/>
            </a:srgbClr>
          </a:solidFill>
          <a:ln w="7144">
            <a:solidFill>
              <a:srgbClr val="A85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95592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A85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 STORAGE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75084"/>
            <a:ext cx="8636000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1"/>
              </a:lnSpc>
              <a:buNone/>
            </a:pPr>
            <a:r>
              <a:rPr lang="en-US" sz="1688" b="1" spc="-34" kern="0" dirty="0">
                <a:solidFill>
                  <a:srgbClr val="F0F0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Backblaze B2 — Why Native API?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460772" y="1143000"/>
            <a:ext cx="4036219" cy="2208088"/>
          </a:xfrm>
          <a:prstGeom prst="roundRect">
            <a:avLst>
              <a:gd name="adj" fmla="val 5176"/>
            </a:avLst>
          </a:prstGeom>
          <a:solidFill>
            <a:srgbClr val="EF4444">
              <a:alpha val="4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7219" y="1296591"/>
            <a:ext cx="2978162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EF444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EF44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S3-Compatible API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3576809" y="1278946"/>
            <a:ext cx="796595" cy="196025"/>
          </a:xfrm>
          <a:prstGeom prst="roundRect">
            <a:avLst>
              <a:gd name="adj" fmla="val 29154"/>
            </a:avLst>
          </a:prstGeom>
          <a:solidFill>
            <a:srgbClr val="EF4444">
              <a:alpha val="12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99669" y="1289447"/>
            <a:ext cx="7508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EF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DID NOT WORK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7219" y="1570955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7219" y="1564481"/>
            <a:ext cx="3853053" cy="164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00" b="1" dirty="0">
                <a:solidFill>
                  <a:srgbClr val="EF4444"/>
                </a:solidFill>
                <a:highlight>
                  <a:srgbClr val="EF4444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lnSpc>
                <a:spcPts val="1266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Used @aws-sdk/client-s3 npm package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7219" y="1763167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7219" y="1756693"/>
            <a:ext cx="3853053" cy="164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00" b="1" dirty="0">
                <a:solidFill>
                  <a:srgbClr val="EF4444"/>
                </a:solidFill>
                <a:highlight>
                  <a:srgbClr val="EF4444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266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Error: </a:t>
            </a:r>
            <a:pPr algn="l" indent="0" marL="0">
              <a:lnSpc>
                <a:spcPts val="1266"/>
              </a:lnSpc>
              <a:buNone/>
            </a:pPr>
            <a:r>
              <a:rPr lang="en-US" sz="8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MalformedAccessKeyId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7219" y="1955378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7219" y="1948904"/>
            <a:ext cx="3853053" cy="164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00" b="1" dirty="0">
                <a:solidFill>
                  <a:srgbClr val="EF4444"/>
                </a:solidFill>
                <a:highlight>
                  <a:srgbClr val="EF4444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1266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Python boto3 also fails with master keys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7219" y="2147590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7219" y="2141116"/>
            <a:ext cx="3853053" cy="20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00" b="1" dirty="0">
                <a:solidFill>
                  <a:srgbClr val="EF4444"/>
                </a:solidFill>
                <a:highlight>
                  <a:srgbClr val="EF4444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1266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Only works with S3-enabled application keys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0791" y="2394049"/>
            <a:ext cx="3736181" cy="681335"/>
          </a:xfrm>
          <a:prstGeom prst="roundRect">
            <a:avLst>
              <a:gd name="adj" fmla="val 11184"/>
            </a:avLst>
          </a:prstGeom>
          <a:solidFill>
            <a:srgbClr val="000000">
              <a:alpha val="28000"/>
            </a:srgbClr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7219" y="2390477"/>
            <a:ext cx="3743325" cy="814164"/>
          </a:xfrm>
          <a:prstGeom prst="rect">
            <a:avLst/>
          </a:prstGeom>
          <a:noFill/>
          <a:ln/>
        </p:spPr>
        <p:txBody>
          <a:bodyPr wrap="square" lIns="114300" tIns="85725" rIns="114300" bIns="85725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EF4444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S3Client({ endpoint: "s3.us-east-005.backblazeb2.com",</a:t>
            </a:r>
            <a:endParaRPr lang="en-US" sz="800" dirty="0"/>
          </a:p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EF4444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credentials: { accessKeyId: B2_KEY_ID, secretAccessKey: B2_APP_KEY }</a:t>
            </a:r>
            <a:endParaRPr lang="en-US" sz="800" dirty="0"/>
          </a:p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EF4444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800" dirty="0"/>
          </a:p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EF4444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ERROR: MalformedAccessKeyId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47009" y="1143000"/>
            <a:ext cx="4036219" cy="2208088"/>
          </a:xfrm>
          <a:prstGeom prst="roundRect">
            <a:avLst>
              <a:gd name="adj" fmla="val 5176"/>
            </a:avLst>
          </a:prstGeom>
          <a:solidFill>
            <a:srgbClr val="22C55E">
              <a:alpha val="4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93456" y="1296591"/>
            <a:ext cx="31876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22C55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22C55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B2 Native REST API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7973764" y="1278946"/>
            <a:ext cx="584671" cy="196025"/>
          </a:xfrm>
          <a:prstGeom prst="roundRect">
            <a:avLst>
              <a:gd name="adj" fmla="val 29154"/>
            </a:avLst>
          </a:prstGeom>
          <a:solidFill>
            <a:srgbClr val="22C55E">
              <a:alpha val="12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95419" y="1289447"/>
            <a:ext cx="54136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CURRENT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93456" y="1570955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93456" y="1564481"/>
            <a:ext cx="3853053" cy="164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00" b="1" dirty="0">
                <a:solidFill>
                  <a:srgbClr val="22C55E"/>
                </a:solidFill>
                <a:highlight>
                  <a:srgbClr val="22C55E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lnSpc>
                <a:spcPts val="1266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Uses </a:t>
            </a:r>
            <a:pPr algn="l" indent="0" marL="0">
              <a:lnSpc>
                <a:spcPts val="1266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b2_authorize_account</a:t>
            </a:r>
            <a:pPr algn="l" indent="0" marL="0">
              <a:lnSpc>
                <a:spcPts val="1266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Basic Auth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93456" y="1763167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93456" y="1756693"/>
            <a:ext cx="3853053" cy="164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00" b="1" dirty="0">
                <a:solidFill>
                  <a:srgbClr val="22C55E"/>
                </a:solidFill>
                <a:highlight>
                  <a:srgbClr val="22C55E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266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Works with ALL key types including master keys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93456" y="1955378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93456" y="1948904"/>
            <a:ext cx="3853053" cy="164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00" b="1" dirty="0">
                <a:solidFill>
                  <a:srgbClr val="22C55E"/>
                </a:solidFill>
                <a:highlight>
                  <a:srgbClr val="22C55E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1266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Auth token cached for 23 hours (performance)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93456" y="2147590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93456" y="2141116"/>
            <a:ext cx="3853053" cy="20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00" b="1" dirty="0">
                <a:solidFill>
                  <a:srgbClr val="22C55E"/>
                </a:solidFill>
                <a:highlight>
                  <a:srgbClr val="22C55E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lnSpc>
                <a:spcPts val="1266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Upload URL refreshed per request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97028" y="2394049"/>
            <a:ext cx="3736181" cy="807021"/>
          </a:xfrm>
          <a:prstGeom prst="roundRect">
            <a:avLst>
              <a:gd name="adj" fmla="val 9442"/>
            </a:avLst>
          </a:prstGeom>
          <a:solidFill>
            <a:srgbClr val="000000">
              <a:alpha val="40000"/>
            </a:srgbClr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93456" y="2390477"/>
            <a:ext cx="3743325" cy="814164"/>
          </a:xfrm>
          <a:prstGeom prst="rect">
            <a:avLst/>
          </a:prstGeom>
          <a:noFill/>
          <a:ln/>
        </p:spPr>
        <p:txBody>
          <a:bodyPr wrap="square" lIns="114300" tIns="85725" rIns="114300" bIns="85725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fetch("https://api.backblazeb2.com/b2api/v2/</a:t>
            </a:r>
            <a:endParaRPr lang="en-US" sz="800" dirty="0"/>
          </a:p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b2_authorize_account", {</a:t>
            </a:r>
            <a:endParaRPr lang="en-US" sz="800" dirty="0"/>
          </a:p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headers: { Authorization: "Basic {creds}" }</a:t>
            </a:r>
            <a:endParaRPr lang="en-US" sz="800" dirty="0"/>
          </a:p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 → { authorizationToken, apiUrl, downloadUrl }</a:t>
            </a:r>
            <a:endParaRPr lang="en-US" sz="800" dirty="0"/>
          </a:p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SUCCESS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0772" y="3501107"/>
            <a:ext cx="8222456" cy="575072"/>
          </a:xfrm>
          <a:prstGeom prst="roundRect">
            <a:avLst>
              <a:gd name="adj" fmla="val 16563"/>
            </a:avLst>
          </a:prstGeom>
          <a:solidFill>
            <a:srgbClr val="12121A"/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64381" y="3633267"/>
            <a:ext cx="1264388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0F0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B2 Bucket Structure —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7219" y="363148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1818754" y="3618979"/>
            <a:ext cx="67180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mediaforge-prod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07219" y="384400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A855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984" dirty="0"/>
          </a:p>
        </p:txBody>
      </p:sp>
      <p:sp>
        <p:nvSpPr>
          <p:cNvPr id="38" name="Text 36"/>
          <p:cNvSpPr/>
          <p:nvPr/>
        </p:nvSpPr>
        <p:spPr>
          <a:xfrm>
            <a:off x="750094" y="3829720"/>
            <a:ext cx="46248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images/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54274" y="3829720"/>
            <a:ext cx="60491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{uuid}.jpg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713272" y="3840435"/>
            <a:ext cx="777332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generated images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490825" y="384400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984" dirty="0"/>
          </a:p>
        </p:txBody>
      </p:sp>
      <p:sp>
        <p:nvSpPr>
          <p:cNvPr id="42" name="Text 40"/>
          <p:cNvSpPr/>
          <p:nvPr/>
        </p:nvSpPr>
        <p:spPr>
          <a:xfrm>
            <a:off x="2633700" y="3829720"/>
            <a:ext cx="59464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metadata/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141129" y="3829720"/>
            <a:ext cx="66548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{uuid}.json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751808" y="3840435"/>
            <a:ext cx="66103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generation info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430130" y="384400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2C55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984" dirty="0"/>
          </a:p>
        </p:txBody>
      </p:sp>
      <p:sp>
        <p:nvSpPr>
          <p:cNvPr id="46" name="Text 44"/>
          <p:cNvSpPr/>
          <p:nvPr/>
        </p:nvSpPr>
        <p:spPr>
          <a:xfrm>
            <a:off x="4573005" y="3829720"/>
            <a:ext cx="4077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text/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73935" y="3829720"/>
            <a:ext cx="66548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{uuid}.json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484614" y="3840435"/>
            <a:ext cx="67490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chat responses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88691"/>
            <a:ext cx="926857" cy="212027"/>
          </a:xfrm>
          <a:prstGeom prst="roundRect">
            <a:avLst>
              <a:gd name="adj" fmla="val 449235"/>
            </a:avLst>
          </a:prstGeom>
          <a:solidFill>
            <a:srgbClr val="A855F7">
              <a:alpha val="15000"/>
            </a:srgbClr>
          </a:solidFill>
          <a:ln w="7144">
            <a:solidFill>
              <a:srgbClr val="A85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88113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A85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GENBLAZE SDK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75084"/>
            <a:ext cx="8636000" cy="322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1"/>
              </a:lnSpc>
              <a:buNone/>
            </a:pPr>
            <a:r>
              <a:rPr lang="en-US" sz="1688" b="1" spc="-34" kern="0" dirty="0">
                <a:solidFill>
                  <a:srgbClr val="F0F0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genblaze SDK — Pipeline Architecture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457200" y="10251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Hackathon requirement: genblaze SDK for image generation pipeline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0772" y="1310878"/>
            <a:ext cx="4827724" cy="1756916"/>
          </a:xfrm>
          <a:prstGeom prst="roundRect">
            <a:avLst>
              <a:gd name="adj" fmla="val 4337"/>
            </a:avLst>
          </a:prstGeom>
          <a:solidFill>
            <a:srgbClr val="000000">
              <a:alpha val="40000"/>
            </a:srgbClr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307306"/>
            <a:ext cx="4834868" cy="1850928"/>
          </a:xfrm>
          <a:prstGeom prst="rect">
            <a:avLst/>
          </a:prstGeom>
          <a:noFill/>
          <a:ln/>
        </p:spPr>
        <p:txBody>
          <a:bodyPr wrap="square" lIns="114300" tIns="85725" rIns="114300" bIns="85725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genblaze Pipeline Pattern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genblaze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.Pipeline(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"muse-image-studio"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.step(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"black-forest-labs/flux-schnell"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userPrompt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modality: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genblaze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.Modality.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.run({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22C55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120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max_retries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22C55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800" dirty="0"/>
          </a:p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.succeeded_steps()[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22C55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].assets[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22C55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0772" y="3189238"/>
            <a:ext cx="2374516" cy="614363"/>
          </a:xfrm>
          <a:prstGeom prst="roundRect">
            <a:avLst>
              <a:gd name="adj" fmla="val 18605"/>
            </a:avLst>
          </a:prstGeom>
          <a:solidFill>
            <a:srgbClr val="12121A"/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4356" y="3292822"/>
            <a:ext cx="2167347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Pipeline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4356" y="3464272"/>
            <a:ext cx="2167347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Orchestrates generation steps. Named pipeline with chained steps.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13869" y="3189238"/>
            <a:ext cx="2374627" cy="614363"/>
          </a:xfrm>
          <a:prstGeom prst="roundRect">
            <a:avLst>
              <a:gd name="adj" fmla="val 18605"/>
            </a:avLst>
          </a:prstGeom>
          <a:solidFill>
            <a:srgbClr val="12121A"/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17453" y="3292822"/>
            <a:ext cx="216745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6B6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StepBuilder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017453" y="3464272"/>
            <a:ext cx="216745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Configures model, prompt, and modality (IMAGE/TEXT) per step.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0772" y="3882182"/>
            <a:ext cx="2374516" cy="614363"/>
          </a:xfrm>
          <a:prstGeom prst="roundRect">
            <a:avLst>
              <a:gd name="adj" fmla="val 18605"/>
            </a:avLst>
          </a:prstGeom>
          <a:solidFill>
            <a:srgbClr val="12121A"/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4356" y="3985766"/>
            <a:ext cx="2167347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2C55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ReplicateProvider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4356" y="4157216"/>
            <a:ext cx="2167347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Connects to Replicate API. Needs REPLICATE_API_TOKEN to run.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913869" y="3882182"/>
            <a:ext cx="2374627" cy="614363"/>
          </a:xfrm>
          <a:prstGeom prst="roundRect">
            <a:avLst>
              <a:gd name="adj" fmla="val 18605"/>
            </a:avLst>
          </a:prstGeom>
          <a:solidFill>
            <a:srgbClr val="12121A"/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017453" y="3985766"/>
            <a:ext cx="216745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S3StorageBackend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017453" y="4157216"/>
            <a:ext cx="216745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genblaze-s3 package. Uploads assets to S3-compatible storage.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67090" y="1310878"/>
            <a:ext cx="3216139" cy="1693069"/>
          </a:xfrm>
          <a:prstGeom prst="roundRect">
            <a:avLst>
              <a:gd name="adj" fmla="val 6751"/>
            </a:avLst>
          </a:prstGeom>
          <a:solidFill>
            <a:srgbClr val="12121A"/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642111" y="1485900"/>
            <a:ext cx="28660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INSTALLED PACKAGES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42111" y="1685925"/>
            <a:ext cx="2866095" cy="242888"/>
          </a:xfrm>
          <a:prstGeom prst="roundRect">
            <a:avLst>
              <a:gd name="adj" fmla="val 23529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13549" y="1743075"/>
            <a:ext cx="245086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genblaze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178701" y="1743075"/>
            <a:ext cx="25806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0.4.1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42111" y="1985963"/>
            <a:ext cx="2866095" cy="242888"/>
          </a:xfrm>
          <a:prstGeom prst="roundRect">
            <a:avLst>
              <a:gd name="adj" fmla="val 23529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713549" y="2043113"/>
            <a:ext cx="245086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genblaze-core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78701" y="2043113"/>
            <a:ext cx="25806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0.3.4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42111" y="2286000"/>
            <a:ext cx="2866095" cy="242888"/>
          </a:xfrm>
          <a:prstGeom prst="roundRect">
            <a:avLst>
              <a:gd name="adj" fmla="val 23529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13549" y="2343150"/>
            <a:ext cx="245086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genblaze-s3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178701" y="2343150"/>
            <a:ext cx="25806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0.3.4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42111" y="2586038"/>
            <a:ext cx="2866095" cy="242888"/>
          </a:xfrm>
          <a:prstGeom prst="roundRect">
            <a:avLst>
              <a:gd name="adj" fmla="val 23529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713549" y="2643188"/>
            <a:ext cx="245086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genblaze-replicate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178701" y="2643188"/>
            <a:ext cx="25806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0.3.2</a:t>
            </a:r>
            <a:endParaRPr lang="en-US" sz="80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3518" y="3107531"/>
            <a:ext cx="3223282" cy="1148916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5467090" y="3111103"/>
            <a:ext cx="3216139" cy="1141772"/>
          </a:xfrm>
          <a:prstGeom prst="roundRect">
            <a:avLst>
              <a:gd name="adj" fmla="val 10011"/>
            </a:avLst>
          </a:prstGeom>
          <a:noFill/>
          <a:ln w="7144">
            <a:solidFill>
              <a:srgbClr val="A85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570674" y="3214688"/>
            <a:ext cx="3008970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A855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A85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SDK Relationship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570674" y="3407569"/>
            <a:ext cx="3008970" cy="46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0F0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genblaze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is the main package. 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genblaze-core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provides Pipeline &amp; Provider interfaces. 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genblaze-s3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adds S3StorageBackend. 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genblaze-replicate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registers ReplicateProvider.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570674" y="3897920"/>
            <a:ext cx="3008970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genblaze-s3's S3StorageBackend uses S3-compat API — same master key issue. We use B2 native API for actual uploads instead.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88691"/>
            <a:ext cx="700043" cy="212027"/>
          </a:xfrm>
          <a:prstGeom prst="roundRect">
            <a:avLst>
              <a:gd name="adj" fmla="val 449235"/>
            </a:avLst>
          </a:prstGeom>
          <a:solidFill>
            <a:srgbClr val="A855F7">
              <a:alpha val="15000"/>
            </a:srgbClr>
          </a:solidFill>
          <a:ln w="7144">
            <a:solidFill>
              <a:srgbClr val="A85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65432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A85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LAYER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75084"/>
            <a:ext cx="8636000" cy="322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1"/>
              </a:lnSpc>
              <a:buNone/>
            </a:pPr>
            <a:r>
              <a:rPr lang="en-US" sz="1688" b="1" spc="-34" kern="0" dirty="0">
                <a:solidFill>
                  <a:srgbClr val="F0F0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Routes — Pure TypeScript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457200" y="10251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 Python. All routes rewritten from child_process.spawn to native fetch + B2 REST API.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78731"/>
            <a:ext cx="4064794" cy="1328738"/>
          </a:xfrm>
          <a:prstGeom prst="roundRect">
            <a:avLst>
              <a:gd name="adj" fmla="val 7168"/>
            </a:avLst>
          </a:prstGeom>
          <a:solidFill>
            <a:srgbClr val="121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285875"/>
            <a:ext cx="4064794" cy="0"/>
          </a:xfrm>
          <a:prstGeom prst="line">
            <a:avLst/>
          </a:prstGeom>
          <a:noFill/>
          <a:ln w="14288">
            <a:solidFill>
              <a:srgbClr val="A855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18422" y="1278731"/>
            <a:ext cx="0" cy="1328738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603897"/>
            <a:ext cx="4064794" cy="0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772" y="1278731"/>
            <a:ext cx="0" cy="1328738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7187" y="1400961"/>
            <a:ext cx="309333" cy="152019"/>
          </a:xfrm>
          <a:prstGeom prst="roundRect">
            <a:avLst>
              <a:gd name="adj" fmla="val 25063"/>
            </a:avLst>
          </a:prstGeom>
          <a:solidFill>
            <a:srgbClr val="A855F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8644" y="1409105"/>
            <a:ext cx="2864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22213" y="1407319"/>
            <a:ext cx="34783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/api/generate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78644" y="1625203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35806" y="1632347"/>
            <a:ext cx="1619068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Receive prompt + sessionId from frontend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78644" y="1625203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8644" y="1625203"/>
            <a:ext cx="38219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8644" y="1769864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35806" y="1777008"/>
            <a:ext cx="1707468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Call Pollinations.ai (primary) / Gemini (fallback)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8644" y="1769864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78644" y="1769864"/>
            <a:ext cx="38219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8644" y="1914525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5806" y="1921669"/>
            <a:ext cx="1726167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image bytes → compute SHA-256 hash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8644" y="1914525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78644" y="1914525"/>
            <a:ext cx="38219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78644" y="2059186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35806" y="2066330"/>
            <a:ext cx="1511707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Upload image + metadata JSON to B2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8644" y="2059186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8644" y="2059186"/>
            <a:ext cx="38219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78644" y="2203847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35806" y="2210991"/>
            <a:ext cx="1733641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Save MediaAsset + ChatMessage to SQLite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8644" y="2203847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78644" y="2203847"/>
            <a:ext cx="38219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78644" y="2348508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35806" y="2355652"/>
            <a:ext cx="1693377" cy="114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Return base64 data URL for instant display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78644" y="2348508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78644" y="2348508"/>
            <a:ext cx="38219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22006" y="1278731"/>
            <a:ext cx="4064794" cy="1328738"/>
          </a:xfrm>
          <a:prstGeom prst="roundRect">
            <a:avLst>
              <a:gd name="adj" fmla="val 7168"/>
            </a:avLst>
          </a:prstGeom>
          <a:solidFill>
            <a:srgbClr val="121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622006" y="1285875"/>
            <a:ext cx="4064794" cy="0"/>
          </a:xfrm>
          <a:prstGeom prst="line">
            <a:avLst/>
          </a:prstGeom>
          <a:noFill/>
          <a:ln w="14288">
            <a:solidFill>
              <a:srgbClr val="06B6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83228" y="1278731"/>
            <a:ext cx="0" cy="1328738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22006" y="2603897"/>
            <a:ext cx="4064794" cy="0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25578" y="1278731"/>
            <a:ext cx="0" cy="1328738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1993" y="1400961"/>
            <a:ext cx="309333" cy="152019"/>
          </a:xfrm>
          <a:prstGeom prst="roundRect">
            <a:avLst>
              <a:gd name="adj" fmla="val 25063"/>
            </a:avLst>
          </a:prstGeom>
          <a:solidFill>
            <a:srgbClr val="A855F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743450" y="1409105"/>
            <a:ext cx="2864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87020" y="1407319"/>
            <a:ext cx="34783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/api/chat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43450" y="1625203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900613" y="1632347"/>
            <a:ext cx="1733520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Receive message + sessionId from frontend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743450" y="1625203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743450" y="1625203"/>
            <a:ext cx="38219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43450" y="1769864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900613" y="1777008"/>
            <a:ext cx="1510334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Load last 20 messages as LLM context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43450" y="1769864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743450" y="1769864"/>
            <a:ext cx="38219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743450" y="1914525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900613" y="1921669"/>
            <a:ext cx="1514948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Call z-ai-web-dev-sdk chat.completions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743450" y="1914525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743450" y="1914525"/>
            <a:ext cx="38219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743450" y="2059186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900613" y="2066330"/>
            <a:ext cx="1643324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Save user + assistant messages to SQLite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743450" y="2059186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743450" y="2059186"/>
            <a:ext cx="38219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743450" y="2203847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900613" y="2210991"/>
            <a:ext cx="1534471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Fire-and-forget: upload text JSON to B2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743450" y="2203847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743450" y="2203847"/>
            <a:ext cx="38219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743450" y="2348508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900613" y="2355652"/>
            <a:ext cx="1073237" cy="114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Return AI response text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743450" y="2348508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4743450" y="2348508"/>
            <a:ext cx="38219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57200" y="2707481"/>
            <a:ext cx="4064794" cy="1039416"/>
          </a:xfrm>
          <a:prstGeom prst="roundRect">
            <a:avLst>
              <a:gd name="adj" fmla="val 9164"/>
            </a:avLst>
          </a:prstGeom>
          <a:solidFill>
            <a:srgbClr val="121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Shape 69"/>
          <p:cNvSpPr/>
          <p:nvPr/>
        </p:nvSpPr>
        <p:spPr>
          <a:xfrm>
            <a:off x="457200" y="2714625"/>
            <a:ext cx="4064794" cy="0"/>
          </a:xfrm>
          <a:prstGeom prst="line">
            <a:avLst/>
          </a:prstGeom>
          <a:noFill/>
          <a:ln w="14288">
            <a:solidFill>
              <a:srgbClr val="22C55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518422" y="2707481"/>
            <a:ext cx="0" cy="1039416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57200" y="3743325"/>
            <a:ext cx="4064794" cy="0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60772" y="2707481"/>
            <a:ext cx="0" cy="1039416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67671" y="2829711"/>
            <a:ext cx="265280" cy="152019"/>
          </a:xfrm>
          <a:prstGeom prst="roundRect">
            <a:avLst>
              <a:gd name="adj" fmla="val 25063"/>
            </a:avLst>
          </a:prstGeom>
          <a:solidFill>
            <a:srgbClr val="22C55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578644" y="2837855"/>
            <a:ext cx="2433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879128" y="2836069"/>
            <a:ext cx="35214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0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/api/serve?key=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78644" y="3053953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735806" y="3061097"/>
            <a:ext cx="1452003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Receive B2 file key from query param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78644" y="3053953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578644" y="3053953"/>
            <a:ext cx="38219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78644" y="3198614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735806" y="3205758"/>
            <a:ext cx="2281982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Call B2 native download: GET {downloadUrl}/file/{bucket}/{key}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78644" y="3198614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578644" y="3198614"/>
            <a:ext cx="38219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578644" y="3343275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735806" y="3350419"/>
            <a:ext cx="1711339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Return raw bytes with Content-Type header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578644" y="3343275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578644" y="3343275"/>
            <a:ext cx="38219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578644" y="3487936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735806" y="3495080"/>
            <a:ext cx="2081957" cy="114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Browser displays image directly (proxy for private bucket)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578644" y="3487936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578644" y="3487936"/>
            <a:ext cx="38219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4622006" y="2707481"/>
            <a:ext cx="4064794" cy="1039416"/>
          </a:xfrm>
          <a:prstGeom prst="roundRect">
            <a:avLst>
              <a:gd name="adj" fmla="val 9164"/>
            </a:avLst>
          </a:prstGeom>
          <a:solidFill>
            <a:srgbClr val="121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Shape 93"/>
          <p:cNvSpPr/>
          <p:nvPr/>
        </p:nvSpPr>
        <p:spPr>
          <a:xfrm>
            <a:off x="4622006" y="2714625"/>
            <a:ext cx="4064794" cy="0"/>
          </a:xfrm>
          <a:prstGeom prst="line">
            <a:avLst/>
          </a:prstGeom>
          <a:noFill/>
          <a:ln w="14288">
            <a:solidFill>
              <a:srgbClr val="F59E0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683228" y="2707481"/>
            <a:ext cx="0" cy="1039416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622006" y="3743325"/>
            <a:ext cx="4064794" cy="0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625578" y="2707481"/>
            <a:ext cx="0" cy="1039416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732477" y="2829711"/>
            <a:ext cx="265280" cy="152019"/>
          </a:xfrm>
          <a:prstGeom prst="roundRect">
            <a:avLst>
              <a:gd name="adj" fmla="val 25063"/>
            </a:avLst>
          </a:prstGeom>
          <a:solidFill>
            <a:srgbClr val="22C55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Text 98"/>
          <p:cNvSpPr/>
          <p:nvPr/>
        </p:nvSpPr>
        <p:spPr>
          <a:xfrm>
            <a:off x="4743450" y="2837855"/>
            <a:ext cx="2433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5043934" y="2836069"/>
            <a:ext cx="35214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0F0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/api/b2-url?key=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4743450" y="3053953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Text 101"/>
          <p:cNvSpPr/>
          <p:nvPr/>
        </p:nvSpPr>
        <p:spPr>
          <a:xfrm>
            <a:off x="4900613" y="3061097"/>
            <a:ext cx="1452003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Receive B2 file key from query param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4743450" y="3053953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Text 103"/>
          <p:cNvSpPr/>
          <p:nvPr/>
        </p:nvSpPr>
        <p:spPr>
          <a:xfrm>
            <a:off x="4743450" y="3053953"/>
            <a:ext cx="38219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4743450" y="3198614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Text 105"/>
          <p:cNvSpPr/>
          <p:nvPr/>
        </p:nvSpPr>
        <p:spPr>
          <a:xfrm>
            <a:off x="4900613" y="3205758"/>
            <a:ext cx="1551390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Return proxy URL: /api/serve?key={key}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4743450" y="3198614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Text 107"/>
          <p:cNvSpPr/>
          <p:nvPr/>
        </p:nvSpPr>
        <p:spPr>
          <a:xfrm>
            <a:off x="4743450" y="3198614"/>
            <a:ext cx="38219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4743450" y="3343275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Text 109"/>
          <p:cNvSpPr/>
          <p:nvPr/>
        </p:nvSpPr>
        <p:spPr>
          <a:xfrm>
            <a:off x="4900613" y="3350419"/>
            <a:ext cx="1874203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Frontend uses as fallback when base64 expires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4743450" y="3343275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Text 111"/>
          <p:cNvSpPr/>
          <p:nvPr/>
        </p:nvSpPr>
        <p:spPr>
          <a:xfrm>
            <a:off x="4743450" y="3343275"/>
            <a:ext cx="38219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4743450" y="3487936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Text 113"/>
          <p:cNvSpPr/>
          <p:nvPr/>
        </p:nvSpPr>
        <p:spPr>
          <a:xfrm>
            <a:off x="4900613" y="3495080"/>
            <a:ext cx="1772217" cy="114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B2 API call needed — just URL resolution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4743450" y="3487936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Text 115"/>
          <p:cNvSpPr/>
          <p:nvPr/>
        </p:nvSpPr>
        <p:spPr>
          <a:xfrm>
            <a:off x="4743450" y="3487936"/>
            <a:ext cx="38219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88691"/>
            <a:ext cx="706740" cy="212027"/>
          </a:xfrm>
          <a:prstGeom prst="roundRect">
            <a:avLst>
              <a:gd name="adj" fmla="val 449235"/>
            </a:avLst>
          </a:prstGeom>
          <a:solidFill>
            <a:srgbClr val="A855F7">
              <a:alpha val="15000"/>
            </a:srgbClr>
          </a:solidFill>
          <a:ln w="7144">
            <a:solidFill>
              <a:srgbClr val="A85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66102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A85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DATABASE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75084"/>
            <a:ext cx="8636000" cy="322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1"/>
              </a:lnSpc>
              <a:buNone/>
            </a:pPr>
            <a:r>
              <a:rPr lang="en-US" sz="1688" b="1" spc="-34" kern="0" dirty="0">
                <a:solidFill>
                  <a:srgbClr val="F0F0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Database Schema — Prisma + SQLite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457200" y="10251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tables, zero SQL — defined in schema.prisma, migrated via prisma db push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307306"/>
            <a:ext cx="2666963" cy="2528888"/>
          </a:xfrm>
          <a:prstGeom prst="roundRect">
            <a:avLst>
              <a:gd name="adj" fmla="val 3766"/>
            </a:avLst>
          </a:prstGeom>
          <a:solidFill>
            <a:srgbClr val="121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314450"/>
            <a:ext cx="2666963" cy="0"/>
          </a:xfrm>
          <a:prstGeom prst="line">
            <a:avLst/>
          </a:prstGeom>
          <a:noFill/>
          <a:ln w="14288">
            <a:solidFill>
              <a:srgbClr val="A855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20591" y="1307306"/>
            <a:ext cx="0" cy="2528888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832622"/>
            <a:ext cx="2666963" cy="0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772" y="1307306"/>
            <a:ext cx="0" cy="2528888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5806" y="1450181"/>
            <a:ext cx="75734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ChatSession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8644" y="145375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A855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578644" y="1678781"/>
            <a:ext cx="10158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64444" y="1693069"/>
            <a:ext cx="5860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@id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07369" y="1693069"/>
            <a:ext cx="1195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cuid() auto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78644" y="1850231"/>
            <a:ext cx="8229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64444" y="1864519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807369" y="1864519"/>
            <a:ext cx="1195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optional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78644" y="2021681"/>
            <a:ext cx="10158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64444" y="2035969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807369" y="2035969"/>
            <a:ext cx="1195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default "New Chat"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8644" y="2193131"/>
            <a:ext cx="8229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264444" y="2207419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807369" y="2207419"/>
            <a:ext cx="1195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@default(now())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8644" y="2364581"/>
            <a:ext cx="8229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updatedAt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264444" y="2378869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07369" y="2378869"/>
            <a:ext cx="1195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@updatedAt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55784" y="2614470"/>
            <a:ext cx="1077211" cy="136017"/>
          </a:xfrm>
          <a:prstGeom prst="roundRect">
            <a:avLst>
              <a:gd name="adj" fmla="val 28011"/>
            </a:avLst>
          </a:prstGeom>
          <a:solidFill>
            <a:srgbClr val="A855F7">
              <a:alpha val="10000"/>
            </a:srgbClr>
          </a:solidFill>
          <a:ln w="7144">
            <a:solidFill>
              <a:srgbClr val="A85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8644" y="2621756"/>
            <a:ext cx="103149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A85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messages → ChatMessage[]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38463" y="1307306"/>
            <a:ext cx="2667074" cy="2528888"/>
          </a:xfrm>
          <a:prstGeom prst="roundRect">
            <a:avLst>
              <a:gd name="adj" fmla="val 3766"/>
            </a:avLst>
          </a:prstGeom>
          <a:solidFill>
            <a:srgbClr val="121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238463" y="1314450"/>
            <a:ext cx="2667074" cy="0"/>
          </a:xfrm>
          <a:prstGeom prst="line">
            <a:avLst/>
          </a:prstGeom>
          <a:noFill/>
          <a:ln w="14288">
            <a:solidFill>
              <a:srgbClr val="06B6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01965" y="1307306"/>
            <a:ext cx="0" cy="2528888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38463" y="3832622"/>
            <a:ext cx="2667074" cy="0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42035" y="1307306"/>
            <a:ext cx="0" cy="2528888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17069" y="1450181"/>
            <a:ext cx="80604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6B6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ChatMessage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59907" y="145375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3359907" y="1678781"/>
            <a:ext cx="10158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045707" y="1693069"/>
            <a:ext cx="5860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@id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88632" y="1693069"/>
            <a:ext cx="11954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cuid() auto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59907" y="1850231"/>
            <a:ext cx="8229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sessionId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045707" y="1864519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88632" y="1864519"/>
            <a:ext cx="11954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ChatSession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359907" y="2021681"/>
            <a:ext cx="10158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045707" y="2035969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88632" y="2035969"/>
            <a:ext cx="11954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"user" | "assistant"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59907" y="2193131"/>
            <a:ext cx="8229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045707" y="2207419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588632" y="2207419"/>
            <a:ext cx="11954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message text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359907" y="2364581"/>
            <a:ext cx="10158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045707" y="2378869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588632" y="2378869"/>
            <a:ext cx="11954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"text" | "image"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359907" y="2536031"/>
            <a:ext cx="8229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imageUrl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045707" y="2550319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588632" y="2550319"/>
            <a:ext cx="11954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B2 signed URL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359907" y="2707481"/>
            <a:ext cx="10158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b2Key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045707" y="2721769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588632" y="2721769"/>
            <a:ext cx="11954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B2 file path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359907" y="2878931"/>
            <a:ext cx="8229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sha256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045707" y="2893219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588632" y="2893219"/>
            <a:ext cx="11954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content hash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359907" y="3050381"/>
            <a:ext cx="8229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045707" y="3064669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588632" y="3064669"/>
            <a:ext cx="11954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@default(now())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019837" y="1307306"/>
            <a:ext cx="2666963" cy="2528888"/>
          </a:xfrm>
          <a:prstGeom prst="roundRect">
            <a:avLst>
              <a:gd name="adj" fmla="val 3766"/>
            </a:avLst>
          </a:prstGeom>
          <a:solidFill>
            <a:srgbClr val="1212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6019837" y="1314450"/>
            <a:ext cx="2666963" cy="0"/>
          </a:xfrm>
          <a:prstGeom prst="line">
            <a:avLst/>
          </a:prstGeom>
          <a:noFill/>
          <a:ln w="14288">
            <a:solidFill>
              <a:srgbClr val="22C55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83228" y="1307306"/>
            <a:ext cx="0" cy="2528888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19837" y="3832622"/>
            <a:ext cx="2666963" cy="0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023409" y="1307306"/>
            <a:ext cx="0" cy="2528888"/>
          </a:xfrm>
          <a:prstGeom prst="line">
            <a:avLst/>
          </a:prstGeom>
          <a:noFill/>
          <a:ln w="7144">
            <a:solidFill>
              <a:srgbClr val="1E1E2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98443" y="1450181"/>
            <a:ext cx="694841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MediaAsset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141281" y="145375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2C55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71" name="Text 69"/>
          <p:cNvSpPr/>
          <p:nvPr/>
        </p:nvSpPr>
        <p:spPr>
          <a:xfrm>
            <a:off x="6141281" y="1678781"/>
            <a:ext cx="10158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827081" y="1693069"/>
            <a:ext cx="5860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@id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7370006" y="1693069"/>
            <a:ext cx="1195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 asset UUID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141281" y="1850231"/>
            <a:ext cx="8229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827081" y="1864519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7370006" y="1864519"/>
            <a:ext cx="1195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owner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141281" y="2021681"/>
            <a:ext cx="8229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827081" y="2035969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7370006" y="2035969"/>
            <a:ext cx="1195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generation prompt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141281" y="2193131"/>
            <a:ext cx="10158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827081" y="2207419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7370006" y="2207419"/>
            <a:ext cx="1195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"image"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141281" y="2364581"/>
            <a:ext cx="10158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6827081" y="2378869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7370006" y="2378869"/>
            <a:ext cx="1195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e.g. "flux"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141281" y="2536031"/>
            <a:ext cx="8229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fileName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827081" y="2550319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7370006" y="2550319"/>
            <a:ext cx="1195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uuid.png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6141281" y="2707481"/>
            <a:ext cx="8229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fileSize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6827081" y="2721769"/>
            <a:ext cx="7900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7370006" y="2721769"/>
            <a:ext cx="1195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bytes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6141281" y="2878931"/>
            <a:ext cx="8229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mimeType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6827081" y="2893219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7370006" y="2893219"/>
            <a:ext cx="1195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image/jpeg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6141281" y="3050381"/>
            <a:ext cx="10158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b2Url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6827081" y="3064669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7370006" y="3064669"/>
            <a:ext cx="1195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download URL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6141281" y="3221831"/>
            <a:ext cx="10158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b2Key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6827081" y="3236119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7370006" y="3236119"/>
            <a:ext cx="1195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B2 path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6141281" y="3393281"/>
            <a:ext cx="8229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sha256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6827081" y="3407569"/>
            <a:ext cx="640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7370006" y="3407569"/>
            <a:ext cx="1195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integrity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6141281" y="3564731"/>
            <a:ext cx="82296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6827081" y="3579019"/>
            <a:ext cx="64008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7370006" y="3579019"/>
            <a:ext cx="11953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"completed"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88691"/>
            <a:ext cx="772708" cy="212027"/>
          </a:xfrm>
          <a:prstGeom prst="roundRect">
            <a:avLst>
              <a:gd name="adj" fmla="val 449235"/>
            </a:avLst>
          </a:prstGeom>
          <a:solidFill>
            <a:srgbClr val="A855F7">
              <a:alpha val="15000"/>
            </a:srgbClr>
          </a:solidFill>
          <a:ln w="7144">
            <a:solidFill>
              <a:srgbClr val="A85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72698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A85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DEBUGGING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75084"/>
            <a:ext cx="8636000" cy="322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1"/>
              </a:lnSpc>
              <a:buNone/>
            </a:pPr>
            <a:r>
              <a:rPr lang="en-US" sz="1688" b="1" spc="-34" kern="0" dirty="0">
                <a:solidFill>
                  <a:srgbClr val="F0F0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Challenges &amp; Solutions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457200" y="10251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critical issues found and fixed for production deployment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93019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F444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293019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EF44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0669" y="1284018"/>
            <a:ext cx="524637" cy="168021"/>
          </a:xfrm>
          <a:prstGeom prst="roundRect">
            <a:avLst>
              <a:gd name="adj" fmla="val 22676"/>
            </a:avLst>
          </a:prstGeom>
          <a:solidFill>
            <a:srgbClr val="EF4444">
              <a:alpha val="12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0100" y="1293019"/>
            <a:ext cx="4857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EF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PROBLEM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43025" y="1314450"/>
            <a:ext cx="73437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0F0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500 Error — Python Scripts Not Deployed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0100" y="1514475"/>
            <a:ext cx="788670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/scripts/ was in .gitignore. genblaze_generate.py and b2_store.py never reached production. API routes called child_process.spawn → crash.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0191" y="1676924"/>
            <a:ext cx="537536" cy="168021"/>
          </a:xfrm>
          <a:prstGeom prst="roundRect">
            <a:avLst>
              <a:gd name="adj" fmla="val 22676"/>
            </a:avLst>
          </a:prstGeom>
          <a:solidFill>
            <a:srgbClr val="22C55E">
              <a:alpha val="12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00100" y="1685925"/>
            <a:ext cx="49771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54968" y="1718072"/>
            <a:ext cx="733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Rewrote all 3 routes in pure TypeScript. Zero Python. Zero spawn.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1978819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59E0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7200" y="1978819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0669" y="1969818"/>
            <a:ext cx="524637" cy="168021"/>
          </a:xfrm>
          <a:prstGeom prst="roundRect">
            <a:avLst>
              <a:gd name="adj" fmla="val 22676"/>
            </a:avLst>
          </a:prstGeom>
          <a:solidFill>
            <a:srgbClr val="EF4444">
              <a:alpha val="12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0100" y="1978819"/>
            <a:ext cx="4857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EF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PROBLEM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43025" y="2000250"/>
            <a:ext cx="73437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0F0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B2 S3-Compatible API — MalformedAccessKeyId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00100" y="2200275"/>
            <a:ext cx="788670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@aws-sdk/client-s3 and Python boto3 both fail with B2 master application keys. Only S3-enabled application keys work.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0191" y="2362724"/>
            <a:ext cx="537536" cy="168021"/>
          </a:xfrm>
          <a:prstGeom prst="roundRect">
            <a:avLst>
              <a:gd name="adj" fmla="val 22676"/>
            </a:avLst>
          </a:prstGeom>
          <a:solidFill>
            <a:srgbClr val="22C55E">
              <a:alpha val="12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00100" y="2371725"/>
            <a:ext cx="49771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354968" y="2403872"/>
            <a:ext cx="733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Switched to B2 Native REST API (b2_authorize_account). Works with ALL key types.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2664619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A855F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7200" y="2664619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80669" y="2655618"/>
            <a:ext cx="524637" cy="168021"/>
          </a:xfrm>
          <a:prstGeom prst="roundRect">
            <a:avLst>
              <a:gd name="adj" fmla="val 22676"/>
            </a:avLst>
          </a:prstGeom>
          <a:solidFill>
            <a:srgbClr val="EF4444">
              <a:alpha val="12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00100" y="2664619"/>
            <a:ext cx="4857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EF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PROBLEM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343025" y="2686050"/>
            <a:ext cx="73437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0F0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TypeScript Build Errors Blocking Deploy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0100" y="2886075"/>
            <a:ext cx="788670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Buffer not assignable to BodyInit (b2.ts, serve/route.ts), null return type (ChatInput.tsx), wrong config key (next.config.ts).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0191" y="3048524"/>
            <a:ext cx="537536" cy="168021"/>
          </a:xfrm>
          <a:prstGeom prst="roundRect">
            <a:avLst>
              <a:gd name="adj" fmla="val 22676"/>
            </a:avLst>
          </a:prstGeom>
          <a:solidFill>
            <a:srgbClr val="22C55E">
              <a:alpha val="12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00100" y="3057525"/>
            <a:ext cx="49771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354968" y="3089672"/>
            <a:ext cx="733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Buffer→Uint8Array, added type annotations, devIndicator→devIndicators. Zero src/ errors.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3350419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57200" y="3350419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80669" y="3341418"/>
            <a:ext cx="524637" cy="168021"/>
          </a:xfrm>
          <a:prstGeom prst="roundRect">
            <a:avLst>
              <a:gd name="adj" fmla="val 22676"/>
            </a:avLst>
          </a:prstGeom>
          <a:solidFill>
            <a:srgbClr val="EF4444">
              <a:alpha val="12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00100" y="3350419"/>
            <a:ext cx="4857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EF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PROBLEM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343025" y="3371850"/>
            <a:ext cx="73437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0F0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502 Bad Gateway After Deploy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00100" y="3571875"/>
            <a:ext cx="788670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TypeScript compilation failures meant the production server never started. Caddy gateway returned 502.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80191" y="3734324"/>
            <a:ext cx="537536" cy="168021"/>
          </a:xfrm>
          <a:prstGeom prst="roundRect">
            <a:avLst>
              <a:gd name="adj" fmla="val 22676"/>
            </a:avLst>
          </a:prstGeom>
          <a:solidFill>
            <a:srgbClr val="22C55E">
              <a:alpha val="12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00100" y="3743325"/>
            <a:ext cx="49771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354968" y="3775472"/>
            <a:ext cx="733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TS errors fixed. Clean build. Server starts successfully.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86063" y="4000500"/>
            <a:ext cx="3571875" cy="1428750"/>
          </a:xfrm>
          <a:prstGeom prst="rect">
            <a:avLst/>
          </a:prstGeom>
          <a:solidFill>
            <a:srgbClr val="06B6D4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4340" y="544068"/>
            <a:ext cx="678612" cy="212027"/>
          </a:xfrm>
          <a:prstGeom prst="roundRect">
            <a:avLst>
              <a:gd name="adj" fmla="val 449235"/>
            </a:avLst>
          </a:prstGeom>
          <a:solidFill>
            <a:srgbClr val="A855F7">
              <a:alpha val="15000"/>
            </a:srgbClr>
          </a:solidFill>
          <a:ln w="7144">
            <a:solidFill>
              <a:srgbClr val="A855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555427"/>
            <a:ext cx="63289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A85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SUMMARY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59036"/>
            <a:ext cx="863600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36" kern="0" dirty="0">
                <a:solidFill>
                  <a:srgbClr val="F0F0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What's Working Now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0772" y="1376958"/>
            <a:ext cx="4050506" cy="407194"/>
          </a:xfrm>
          <a:prstGeom prst="roundRect">
            <a:avLst>
              <a:gd name="adj" fmla="val 18713"/>
            </a:avLst>
          </a:prstGeom>
          <a:solidFill>
            <a:srgbClr val="12121A"/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4356" y="1501973"/>
            <a:ext cx="157163" cy="157163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0428" y="1508046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2C55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9" name="Text 7"/>
          <p:cNvSpPr/>
          <p:nvPr/>
        </p:nvSpPr>
        <p:spPr>
          <a:xfrm>
            <a:off x="792956" y="1451967"/>
            <a:ext cx="1165344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0F0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 Generation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2956" y="1591270"/>
            <a:ext cx="99432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Pollinations.ai (primary, free)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0772" y="1848445"/>
            <a:ext cx="4050506" cy="407194"/>
          </a:xfrm>
          <a:prstGeom prst="roundRect">
            <a:avLst>
              <a:gd name="adj" fmla="val 18713"/>
            </a:avLst>
          </a:prstGeom>
          <a:solidFill>
            <a:srgbClr val="12121A"/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4356" y="1973461"/>
            <a:ext cx="157163" cy="157163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0428" y="1979533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2C55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14" name="Text 12"/>
          <p:cNvSpPr/>
          <p:nvPr/>
        </p:nvSpPr>
        <p:spPr>
          <a:xfrm>
            <a:off x="792956" y="1923455"/>
            <a:ext cx="111131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0F0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Image Storage on B2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92956" y="2062758"/>
            <a:ext cx="102407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images/{uuid}.jpg uploaded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0772" y="2319933"/>
            <a:ext cx="4050506" cy="407194"/>
          </a:xfrm>
          <a:prstGeom prst="roundRect">
            <a:avLst>
              <a:gd name="adj" fmla="val 18713"/>
            </a:avLst>
          </a:prstGeom>
          <a:solidFill>
            <a:srgbClr val="12121A"/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4356" y="2444948"/>
            <a:ext cx="157163" cy="157163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0428" y="2451021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2C55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19" name="Text 17"/>
          <p:cNvSpPr/>
          <p:nvPr/>
        </p:nvSpPr>
        <p:spPr>
          <a:xfrm>
            <a:off x="792956" y="2394942"/>
            <a:ext cx="1346529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0F0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Metadata on B2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92956" y="2534245"/>
            <a:ext cx="121785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metadata/{uuid}.json with full info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32722" y="1376958"/>
            <a:ext cx="4050506" cy="407194"/>
          </a:xfrm>
          <a:prstGeom prst="roundRect">
            <a:avLst>
              <a:gd name="adj" fmla="val 18713"/>
            </a:avLst>
          </a:prstGeom>
          <a:solidFill>
            <a:srgbClr val="12121A"/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36306" y="1501973"/>
            <a:ext cx="157163" cy="157163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42378" y="1508046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2C55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24" name="Text 22"/>
          <p:cNvSpPr/>
          <p:nvPr/>
        </p:nvSpPr>
        <p:spPr>
          <a:xfrm>
            <a:off x="4964906" y="1451967"/>
            <a:ext cx="1269607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0F0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Chat Text on B2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64906" y="1591270"/>
            <a:ext cx="108328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text/{uuid}.json (fire-and-forget)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32722" y="1848445"/>
            <a:ext cx="4050506" cy="407194"/>
          </a:xfrm>
          <a:prstGeom prst="roundRect">
            <a:avLst>
              <a:gd name="adj" fmla="val 18713"/>
            </a:avLst>
          </a:prstGeom>
          <a:solidFill>
            <a:srgbClr val="12121A"/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36306" y="1973461"/>
            <a:ext cx="157163" cy="157163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42378" y="1979533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2C55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29" name="Text 27"/>
          <p:cNvSpPr/>
          <p:nvPr/>
        </p:nvSpPr>
        <p:spPr>
          <a:xfrm>
            <a:off x="4964906" y="1923455"/>
            <a:ext cx="1268918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0F0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Chat (z-ai-web-dev-sdk)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64906" y="2062758"/>
            <a:ext cx="1268918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LLM completions, 20-msg context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32722" y="2319933"/>
            <a:ext cx="4050506" cy="407194"/>
          </a:xfrm>
          <a:prstGeom prst="roundRect">
            <a:avLst>
              <a:gd name="adj" fmla="val 18713"/>
            </a:avLst>
          </a:prstGeom>
          <a:solidFill>
            <a:srgbClr val="12121A"/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36306" y="2444948"/>
            <a:ext cx="157163" cy="157163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42378" y="2451021"/>
            <a:ext cx="145018" cy="1450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2C55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34" name="Text 32"/>
          <p:cNvSpPr/>
          <p:nvPr/>
        </p:nvSpPr>
        <p:spPr>
          <a:xfrm>
            <a:off x="4964906" y="2394942"/>
            <a:ext cx="1316973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0F0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 Python Dependencies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64906" y="2534245"/>
            <a:ext cx="1293028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 TypeScript, deployable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0772" y="2962870"/>
            <a:ext cx="8222456" cy="1178719"/>
          </a:xfrm>
          <a:prstGeom prst="roundRect">
            <a:avLst>
              <a:gd name="adj" fmla="val 8081"/>
            </a:avLst>
          </a:prstGeom>
          <a:solidFill>
            <a:srgbClr val="12121A"/>
          </a:solidFill>
          <a:ln w="7144">
            <a:solidFill>
              <a:srgbClr val="1E1E2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7219" y="3080742"/>
            <a:ext cx="80392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ARCHITECTURE DECISIONS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7219" y="3280767"/>
            <a:ext cx="142875" cy="142875"/>
          </a:xfrm>
          <a:prstGeom prst="roundRect">
            <a:avLst>
              <a:gd name="adj" fmla="val 40000"/>
            </a:avLst>
          </a:prstGeom>
          <a:solidFill>
            <a:srgbClr val="A855F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07244" y="3302198"/>
            <a:ext cx="3332225" cy="122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Pure TypeScript API routes — portable, serverless-ready, no Python runtime needed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7219" y="3280767"/>
            <a:ext cx="142875" cy="142875"/>
          </a:xfrm>
          <a:prstGeom prst="roundRect">
            <a:avLst>
              <a:gd name="adj" fmla="val 40000"/>
            </a:avLst>
          </a:prstGeom>
          <a:solidFill>
            <a:srgbClr val="A855F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07219" y="3280767"/>
            <a:ext cx="79295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7219" y="3466505"/>
            <a:ext cx="142875" cy="142875"/>
          </a:xfrm>
          <a:prstGeom prst="roundRect">
            <a:avLst>
              <a:gd name="adj" fmla="val 40000"/>
            </a:avLst>
          </a:prstGeom>
          <a:solidFill>
            <a:srgbClr val="A855F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07244" y="3487936"/>
            <a:ext cx="3363255" cy="122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B2 Native REST API over S3-compat — works with master keys, no special app keys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07219" y="3466505"/>
            <a:ext cx="142875" cy="142875"/>
          </a:xfrm>
          <a:prstGeom prst="roundRect">
            <a:avLst>
              <a:gd name="adj" fmla="val 40000"/>
            </a:avLst>
          </a:prstGeom>
          <a:solidFill>
            <a:srgbClr val="A855F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07219" y="3466505"/>
            <a:ext cx="79295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7219" y="3652242"/>
            <a:ext cx="142875" cy="142875"/>
          </a:xfrm>
          <a:prstGeom prst="roundRect">
            <a:avLst>
              <a:gd name="adj" fmla="val 40000"/>
            </a:avLst>
          </a:prstGeom>
          <a:solidFill>
            <a:srgbClr val="A855F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07244" y="3673673"/>
            <a:ext cx="2985641" cy="122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Base64 for instant display + B2 for persistent storage — best of both worlds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07219" y="3652242"/>
            <a:ext cx="142875" cy="142875"/>
          </a:xfrm>
          <a:prstGeom prst="roundRect">
            <a:avLst>
              <a:gd name="adj" fmla="val 40000"/>
            </a:avLst>
          </a:prstGeom>
          <a:solidFill>
            <a:srgbClr val="A855F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07219" y="3652242"/>
            <a:ext cx="79295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07219" y="3837980"/>
            <a:ext cx="142875" cy="142875"/>
          </a:xfrm>
          <a:prstGeom prst="roundRect">
            <a:avLst>
              <a:gd name="adj" fmla="val 40000"/>
            </a:avLst>
          </a:prstGeom>
          <a:solidFill>
            <a:srgbClr val="A855F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807244" y="3859411"/>
            <a:ext cx="3305659" cy="122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Pollinations.ai as primary (free, reliable) with Gemini fallback — no paid API needed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07219" y="3837980"/>
            <a:ext cx="142875" cy="142875"/>
          </a:xfrm>
          <a:prstGeom prst="roundRect">
            <a:avLst>
              <a:gd name="adj" fmla="val 40000"/>
            </a:avLst>
          </a:prstGeom>
          <a:solidFill>
            <a:srgbClr val="A855F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07219" y="3837980"/>
            <a:ext cx="79295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423544" y="4323755"/>
            <a:ext cx="4296912" cy="239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A855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for Hackathon — Muse Image Studio</a:t>
            </a:r>
            <a:endParaRPr lang="en-US" sz="15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2026-07-06T16:02:59Z</dcterms:created>
  <dcterms:modified xsi:type="dcterms:W3CDTF">2026-07-06T16:02:59Z</dcterms:modified>
</cp:coreProperties>
</file>